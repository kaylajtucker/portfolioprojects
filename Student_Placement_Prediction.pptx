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Maven Pro" panose="020B0604020202020204" charset="0"/>
      <p:regular r:id="rId16"/>
      <p:bold r:id="rId17"/>
    </p:embeddedFont>
    <p:embeddedFont>
      <p:font typeface="Nunito" panose="020F0502020204030204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dcb751440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dcb751440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dcb751440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dcb751440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dcb751440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dcb751440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dcb751440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dcb751440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dcb751440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dcb751440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dcb751440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dcb751440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dcb75144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dcb75144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dcb751440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dcb751440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dcb751440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dcb751440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dcb751440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dcb751440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dcb751440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dcb751440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dcb751440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dcb751440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Student Placement Prediction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Kayla Tucker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303800" y="110990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College Student Placement Factors Dataset from Kaggle.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Loaded dataset consists of 10,000 student records.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File opened smoothly and fits entirely in memory.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sampling or partitioning was necessary.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Simple to explore and visualize the full dataset all at once.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5" name="Google Shape;285;p14" title="Screenshot 2025-10-28 at 8.09.29 AM.png"/>
          <p:cNvPicPr preferRelativeResize="0"/>
          <p:nvPr/>
        </p:nvPicPr>
        <p:blipFill rotWithShape="1">
          <a:blip r:embed="rId3">
            <a:alphaModFix/>
          </a:blip>
          <a:srcRect l="5490" t="28936"/>
          <a:stretch/>
        </p:blipFill>
        <p:spPr>
          <a:xfrm>
            <a:off x="1331425" y="2587467"/>
            <a:ext cx="6481157" cy="22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Analysis</a:t>
            </a:r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body" idx="1"/>
          </p:nvPr>
        </p:nvSpPr>
        <p:spPr>
          <a:xfrm>
            <a:off x="1303800" y="110960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is tabular and multivariate.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Columns include both numerical and categorical student academic and placement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null or missing values; data types consistent.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Identified class imbalance: 83% not placed, 17% placed.</a:t>
            </a:r>
            <a:endParaRPr/>
          </a:p>
        </p:txBody>
      </p:sp>
      <p:pic>
        <p:nvPicPr>
          <p:cNvPr id="292" name="Google Shape;292;p15" title="Screenshot 2025-10-28 at 8.11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75" y="2571750"/>
            <a:ext cx="5560750" cy="183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 title="Screenshot 2025-10-28 at 8.11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3450" y="2657537"/>
            <a:ext cx="2916451" cy="166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299" name="Google Shape;299;p16"/>
          <p:cNvSpPr txBox="1">
            <a:spLocks noGrp="1"/>
          </p:cNvSpPr>
          <p:nvPr>
            <p:ph type="body" idx="1"/>
          </p:nvPr>
        </p:nvSpPr>
        <p:spPr>
          <a:xfrm>
            <a:off x="1303800" y="116262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Standardized categorical values (e.g., Yes/No capitalization).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Verified no missing, duplicate, or inconsistent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Outlier check with boxplots showed all numeric columns were within normal ranges.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removal or changes required.</a:t>
            </a:r>
            <a:endParaRPr/>
          </a:p>
        </p:txBody>
      </p:sp>
      <p:pic>
        <p:nvPicPr>
          <p:cNvPr id="300" name="Google Shape;300;p16" title="Screenshot 2025-10-28 at 8.15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00" y="2750753"/>
            <a:ext cx="6046577" cy="130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 title="Screenshot 2025-10-28 at 8.15.3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0900" y="2301897"/>
            <a:ext cx="2308525" cy="231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Data Visualizations - Distribution &amp; Boxplot</a:t>
            </a:r>
            <a:endParaRPr sz="2120"/>
          </a:p>
        </p:txBody>
      </p:sp>
      <p:pic>
        <p:nvPicPr>
          <p:cNvPr id="307" name="Google Shape;307;p17" title="download (1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946" y="1722413"/>
            <a:ext cx="4577475" cy="26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7" title="download (2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075" y="1601687"/>
            <a:ext cx="3919500" cy="28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Data Visualizations - Correlation Heatmap &amp; Count plot</a:t>
            </a:r>
            <a:endParaRPr sz="1920"/>
          </a:p>
        </p:txBody>
      </p:sp>
      <p:pic>
        <p:nvPicPr>
          <p:cNvPr id="314" name="Google Shape;314;p18" title="download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108" y="1474450"/>
            <a:ext cx="3564527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8" title="download (2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496" y="1474438"/>
            <a:ext cx="3869254" cy="277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Data Visualizations - Scatterplot &amp; Pair plot</a:t>
            </a:r>
            <a:endParaRPr sz="1920"/>
          </a:p>
        </p:txBody>
      </p:sp>
      <p:pic>
        <p:nvPicPr>
          <p:cNvPr id="321" name="Google Shape;321;p19" title="download (2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00" y="1495675"/>
            <a:ext cx="405686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9" title="download (2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4235" y="1368400"/>
            <a:ext cx="3342838" cy="324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328" name="Google Shape;328;p20"/>
          <p:cNvSpPr txBox="1">
            <a:spLocks noGrp="1"/>
          </p:cNvSpPr>
          <p:nvPr>
            <p:ph type="body" idx="1"/>
          </p:nvPr>
        </p:nvSpPr>
        <p:spPr>
          <a:xfrm>
            <a:off x="1303800" y="123690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Categorical variables converted to binary encoding (Yes=1, No=0).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 numeric features standardized (mean ≈ 0, std ≈ 1) for model compatibility.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feature selection or PCA needed due to manageable feature count.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Preprocessing visually confirmed with plots and summary stats.</a:t>
            </a:r>
            <a:endParaRPr/>
          </a:p>
        </p:txBody>
      </p:sp>
      <p:pic>
        <p:nvPicPr>
          <p:cNvPr id="329" name="Google Shape;329;p20" title="Screenshot 2025-10-28 at 8.35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263" y="2493786"/>
            <a:ext cx="6169475" cy="2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335" name="Google Shape;335;p21"/>
          <p:cNvSpPr txBox="1">
            <a:spLocks noGrp="1"/>
          </p:cNvSpPr>
          <p:nvPr>
            <p:ph type="body" idx="1"/>
          </p:nvPr>
        </p:nvSpPr>
        <p:spPr>
          <a:xfrm>
            <a:off x="124075" y="1462225"/>
            <a:ext cx="44478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Stratified split: 80% training, 20% testing.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Multiple models tested; Random Forest and SVM tuned further.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5-fold stratified cross-validation and GridSearchCV for tuning.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performing model: Random Forest (accuracy ≈ 0.9998); SVM tuned to ≈ 0.966.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Plotted validation curves and grid search results for convergence evidence.</a:t>
            </a:r>
            <a:endParaRPr/>
          </a:p>
        </p:txBody>
      </p:sp>
      <p:pic>
        <p:nvPicPr>
          <p:cNvPr id="336" name="Google Shape;336;p21" title="Screenshot 2025-10-28 at 8.36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275" y="1413200"/>
            <a:ext cx="3700349" cy="278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SVM Validation Curve &amp; Random Forest Grid Search Heatmap</a:t>
            </a:r>
            <a:endParaRPr sz="1820"/>
          </a:p>
        </p:txBody>
      </p:sp>
      <p:pic>
        <p:nvPicPr>
          <p:cNvPr id="342" name="Google Shape;342;p22" title="download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50" y="1538100"/>
            <a:ext cx="4066645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2" title="download (2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570" y="1389600"/>
            <a:ext cx="4185774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Evaluation</a:t>
            </a:r>
            <a:endParaRPr/>
          </a:p>
        </p:txBody>
      </p:sp>
      <p:sp>
        <p:nvSpPr>
          <p:cNvPr id="349" name="Google Shape;349;p23"/>
          <p:cNvSpPr txBox="1">
            <a:spLocks noGrp="1"/>
          </p:cNvSpPr>
          <p:nvPr>
            <p:ph type="body" idx="1"/>
          </p:nvPr>
        </p:nvSpPr>
        <p:spPr>
          <a:xfrm>
            <a:off x="1303800" y="122627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Evaluation metrics: accuracy, precision, recall, F1-score.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SVM: 97.4% accuracy, 0.935 precision, 0.910 recall (Placed).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Forest: ≈100% accuracy, 1.000 precision, 0.997 recall, F1=0.998.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Confusion matrices confirm Random Forest’s reliable performance.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Forest consistently outperformed SVM across all metrics.</a:t>
            </a:r>
            <a:endParaRPr/>
          </a:p>
        </p:txBody>
      </p:sp>
      <p:pic>
        <p:nvPicPr>
          <p:cNvPr id="350" name="Google Shape;350;p23" title="Screenshot 2025-10-28 at 8.41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638" y="2627933"/>
            <a:ext cx="4296726" cy="23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Confusion Matrix</a:t>
            </a:r>
            <a:endParaRPr/>
          </a:p>
        </p:txBody>
      </p:sp>
      <p:pic>
        <p:nvPicPr>
          <p:cNvPr id="356" name="Google Shape;356;p24" title="download (2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650" y="1548725"/>
            <a:ext cx="3716800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62" name="Google Shape;362;p25"/>
          <p:cNvSpPr txBox="1">
            <a:spLocks noGrp="1"/>
          </p:cNvSpPr>
          <p:nvPr>
            <p:ph type="body" idx="1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Forest achieved the strongest results due to effective ensemble learning and capturing complex relationships.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 predictors: CGPA, previous semester result, and communication skills.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SVM occasionally underperforms in recall.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Limitation: Class imbalance and metric redundancy may inflate scores.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Future work: Test gradient boosting, class rebalancing, validation on new data for robustness.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On-screen Show (16:9)</PresentationFormat>
  <Paragraphs>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Maven Pro</vt:lpstr>
      <vt:lpstr>Arial</vt:lpstr>
      <vt:lpstr>Nunito</vt:lpstr>
      <vt:lpstr>Momentum</vt:lpstr>
      <vt:lpstr>Student Placement Prediction</vt:lpstr>
      <vt:lpstr>Data Loading</vt:lpstr>
      <vt:lpstr>Initial Data Analysis</vt:lpstr>
      <vt:lpstr>Data Cleaning</vt:lpstr>
      <vt:lpstr>Data Visualizations - Distribution &amp; Boxplot</vt:lpstr>
      <vt:lpstr>Data Visualizations - Correlation Heatmap &amp; Count plot</vt:lpstr>
      <vt:lpstr>Data Visualizations - Scatterplot &amp; Pair plot</vt:lpstr>
      <vt:lpstr>Feature Engineering</vt:lpstr>
      <vt:lpstr>Training</vt:lpstr>
      <vt:lpstr>SVM Validation Curve &amp; Random Forest Grid Search Heatmap</vt:lpstr>
      <vt:lpstr>Performance Evaluation</vt:lpstr>
      <vt:lpstr>SVM Confusion Matrix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Kayla Tucker</dc:creator>
  <cp:lastModifiedBy>Tucker, Kayla J.</cp:lastModifiedBy>
  <cp:revision>1</cp:revision>
  <dcterms:modified xsi:type="dcterms:W3CDTF">2026-10-08T17:24:47Z</dcterms:modified>
</cp:coreProperties>
</file>